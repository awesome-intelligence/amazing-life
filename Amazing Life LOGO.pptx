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A1E3"/>
    <a:srgbClr val="9954CC"/>
    <a:srgbClr val="A8F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72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幻灯片副标题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一碗宽意大利面配有欧芹黄油、烤榛子和帕尔马干酪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8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节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节标题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09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议程副标题</a:t>
            </a:r>
          </a:p>
        </p:txBody>
      </p:sp>
      <p:sp>
        <p:nvSpPr>
          <p:cNvPr id="11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处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出处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一碗三文鱼饼、沙拉和鹰嘴豆泥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一碗宽意大利面配有欧芹黄油、烤榛子和帕尔马干酪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"/>
          <p:cNvSpPr txBox="1"/>
          <p:nvPr/>
        </p:nvSpPr>
        <p:spPr>
          <a:xfrm>
            <a:off x="1087155" y="-7698"/>
            <a:ext cx="10800000" cy="10800000"/>
          </a:xfrm>
          <a:prstGeom prst="rect">
            <a:avLst/>
          </a:prstGeom>
          <a:solidFill>
            <a:srgbClr val="A8FC6D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     </a:t>
            </a:r>
          </a:p>
        </p:txBody>
      </p:sp>
      <p:sp>
        <p:nvSpPr>
          <p:cNvPr id="176" name="Awesome"/>
          <p:cNvSpPr txBox="1">
            <a:spLocks noGrp="1"/>
          </p:cNvSpPr>
          <p:nvPr>
            <p:ph type="body" sz="quarter" idx="1"/>
          </p:nvPr>
        </p:nvSpPr>
        <p:spPr>
          <a:xfrm>
            <a:off x="1087155" y="-15396"/>
            <a:ext cx="10799999" cy="4481841"/>
          </a:xfrm>
          <a:prstGeom prst="rect">
            <a:avLst/>
          </a:prstGeom>
          <a:solidFill>
            <a:srgbClr val="000000"/>
          </a:solidFill>
        </p:spPr>
        <p:txBody>
          <a:bodyPr lIns="0" rIns="0" bIns="360000" anchor="b">
            <a:noAutofit/>
          </a:bodyPr>
          <a:lstStyle/>
          <a:p>
            <a:pPr marR="304800" lvl="1">
              <a:defRPr b="1" i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altLang="zh-CN" sz="16700" dirty="0">
                <a:solidFill>
                  <a:srgbClr val="C7A1E3"/>
                </a:solidFill>
              </a:rPr>
              <a:t>Amazing</a:t>
            </a:r>
            <a:endParaRPr sz="16700" dirty="0">
              <a:solidFill>
                <a:srgbClr val="C7A1E3"/>
              </a:solidFill>
            </a:endParaRPr>
          </a:p>
        </p:txBody>
      </p:sp>
      <p:sp>
        <p:nvSpPr>
          <p:cNvPr id="177" name="Intelligence"/>
          <p:cNvSpPr txBox="1"/>
          <p:nvPr/>
        </p:nvSpPr>
        <p:spPr>
          <a:xfrm>
            <a:off x="1087158" y="4466445"/>
            <a:ext cx="10799998" cy="63335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360000" rIns="50800" bIns="50800" anchor="t"/>
          <a:lstStyle/>
          <a:p>
            <a:pPr marL="457200" indent="-152400">
              <a:lnSpc>
                <a:spcPct val="80000"/>
              </a:lnSpc>
              <a:spcBef>
                <a:spcPts val="0"/>
              </a:spcBef>
              <a:defRPr sz="11600" b="1" i="1" spc="-232"/>
            </a:pPr>
            <a:r>
              <a:rPr lang="en-US" altLang="zh-CN" sz="22200" spc="-256" dirty="0">
                <a:solidFill>
                  <a:schemeClr val="tx1"/>
                </a:solidFill>
              </a:rPr>
              <a:t>       Life</a:t>
            </a:r>
            <a:endParaRPr sz="2000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B13D27-EED0-EBE3-11F4-3542042F80FA}"/>
              </a:ext>
            </a:extLst>
          </p:cNvPr>
          <p:cNvSpPr txBox="1"/>
          <p:nvPr/>
        </p:nvSpPr>
        <p:spPr>
          <a:xfrm>
            <a:off x="3979659" y="4419672"/>
            <a:ext cx="2415364" cy="25909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3800" spc="-256" dirty="0">
                <a:solidFill>
                  <a:schemeClr val="tx1"/>
                </a:solidFill>
              </a:rPr>
              <a:t>😎</a:t>
            </a:r>
            <a:endParaRPr kumimoji="0" lang="zh-CN" altLang="en-US" sz="6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Helvetica Neue</vt:lpstr>
      <vt:lpstr>Helvetica Neue Medium</vt:lpstr>
      <vt:lpstr>21_BasicWhite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龙天 郑</cp:lastModifiedBy>
  <cp:revision>2</cp:revision>
  <dcterms:modified xsi:type="dcterms:W3CDTF">2026-08-07T00:17:22Z</dcterms:modified>
</cp:coreProperties>
</file>